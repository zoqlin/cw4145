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d3d332bf843bb" /><Relationship Type="http://schemas.openxmlformats.org/officeDocument/2006/relationships/extended-properties" Target="/docProps/app.xml" Id="R7961970a361a47c1" /><Relationship Type="http://schemas.openxmlformats.org/officeDocument/2006/relationships/officeDocument" Target="/ppt/presentation.xml" Id="R26bb12b1808045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7b6f088a4541ec"/>
  </p:sldMasterIdLst>
  <p:notesMasterIdLst>
    <p:notesMasterId xmlns:r="http://schemas.openxmlformats.org/officeDocument/2006/relationships" r:id="Rf77ea587d09e46c5"/>
  </p:notesMasterIdLst>
  <p:sldIdLst>
    <p:sldId xmlns:r="http://schemas.openxmlformats.org/officeDocument/2006/relationships" id="256" r:id="R1d3e42254d794fc6"/>
    <p:sldId xmlns:r="http://schemas.openxmlformats.org/officeDocument/2006/relationships" id="257" r:id="R2e2558973cb04c2c"/>
    <p:sldId xmlns:r="http://schemas.openxmlformats.org/officeDocument/2006/relationships" id="258" r:id="Rc2b709a29923451b"/>
    <p:sldId xmlns:r="http://schemas.openxmlformats.org/officeDocument/2006/relationships" id="259" r:id="R851c3ad1d3344587"/>
    <p:sldId xmlns:r="http://schemas.openxmlformats.org/officeDocument/2006/relationships" id="260" r:id="R520bb8f092ac45c9"/>
    <p:sldId xmlns:r="http://schemas.openxmlformats.org/officeDocument/2006/relationships" id="261" r:id="Rb6122ae4c9964d13"/>
    <p:sldId xmlns:r="http://schemas.openxmlformats.org/officeDocument/2006/relationships" id="262" r:id="Rc7b2e44932a643bf"/>
    <p:sldId xmlns:r="http://schemas.openxmlformats.org/officeDocument/2006/relationships" id="263" r:id="Rd51b84fae377498a"/>
    <p:sldId xmlns:r="http://schemas.openxmlformats.org/officeDocument/2006/relationships" id="264" r:id="Rd89b71696e364b4e"/>
    <p:sldId xmlns:r="http://schemas.openxmlformats.org/officeDocument/2006/relationships" id="265" r:id="R4c8d6f70d284400e"/>
    <p:sldId xmlns:r="http://schemas.openxmlformats.org/officeDocument/2006/relationships" id="266" r:id="Rebbb2b8be9cd4ecd"/>
    <p:sldId xmlns:r="http://schemas.openxmlformats.org/officeDocument/2006/relationships" id="267" r:id="R426a52aeb3c44615"/>
    <p:sldId xmlns:r="http://schemas.openxmlformats.org/officeDocument/2006/relationships" id="268" r:id="Rb2253cb26566419c"/>
    <p:sldId xmlns:r="http://schemas.openxmlformats.org/officeDocument/2006/relationships" id="269" r:id="R7c73e0810e5c4632"/>
    <p:sldId xmlns:r="http://schemas.openxmlformats.org/officeDocument/2006/relationships" id="270" r:id="R3ff921557ed6475c"/>
    <p:sldId xmlns:r="http://schemas.openxmlformats.org/officeDocument/2006/relationships" id="271" r:id="R5ee72bcfb1484e60"/>
    <p:sldId xmlns:r="http://schemas.openxmlformats.org/officeDocument/2006/relationships" id="272" r:id="Ra7160def53d74805"/>
    <p:sldId xmlns:r="http://schemas.openxmlformats.org/officeDocument/2006/relationships" id="273" r:id="R2b8d42a75c834cc9"/>
    <p:sldId xmlns:r="http://schemas.openxmlformats.org/officeDocument/2006/relationships" id="274" r:id="Rbc1fe7703b2145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b6f088a4541ec" /><Relationship Type="http://schemas.openxmlformats.org/officeDocument/2006/relationships/theme" Target="/ppt/theme/theme1.xml" Id="R56a7ae0f46024d6e" /><Relationship Type="http://schemas.openxmlformats.org/officeDocument/2006/relationships/notesMaster" Target="/ppt/notesMasters/notesMaster1.xml" Id="Rf77ea587d09e46c5" /><Relationship Type="http://schemas.openxmlformats.org/officeDocument/2006/relationships/presProps" Target="/ppt/presProps.xml" Id="R393ec76ab46d466c" /><Relationship Type="http://schemas.openxmlformats.org/officeDocument/2006/relationships/viewProps" Target="/ppt/viewProps.xml" Id="R48dea60c4d414b59" /><Relationship Type="http://schemas.openxmlformats.org/officeDocument/2006/relationships/tableStyles" Target="/ppt/tableStyles.xml" Id="Re23fd76aaeb245ad" /><Relationship Type="http://schemas.openxmlformats.org/officeDocument/2006/relationships/slide" Target="/ppt/slides/slide1.xml" Id="R1d3e42254d794fc6" /><Relationship Type="http://schemas.openxmlformats.org/officeDocument/2006/relationships/slide" Target="/ppt/slides/slide2.xml" Id="R2e2558973cb04c2c" /><Relationship Type="http://schemas.openxmlformats.org/officeDocument/2006/relationships/slide" Target="/ppt/slides/slide3.xml" Id="Rc2b709a29923451b" /><Relationship Type="http://schemas.openxmlformats.org/officeDocument/2006/relationships/slide" Target="/ppt/slides/slide4.xml" Id="R851c3ad1d3344587" /><Relationship Type="http://schemas.openxmlformats.org/officeDocument/2006/relationships/slide" Target="/ppt/slides/slide5.xml" Id="R520bb8f092ac45c9" /><Relationship Type="http://schemas.openxmlformats.org/officeDocument/2006/relationships/slide" Target="/ppt/slides/slide6.xml" Id="Rb6122ae4c9964d13" /><Relationship Type="http://schemas.openxmlformats.org/officeDocument/2006/relationships/slide" Target="/ppt/slides/slide7.xml" Id="Rc7b2e44932a643bf" /><Relationship Type="http://schemas.openxmlformats.org/officeDocument/2006/relationships/slide" Target="/ppt/slides/slide8.xml" Id="Rd51b84fae377498a" /><Relationship Type="http://schemas.openxmlformats.org/officeDocument/2006/relationships/slide" Target="/ppt/slides/slide9.xml" Id="Rd89b71696e364b4e" /><Relationship Type="http://schemas.openxmlformats.org/officeDocument/2006/relationships/slide" Target="/ppt/slides/slide10.xml" Id="R4c8d6f70d284400e" /><Relationship Type="http://schemas.openxmlformats.org/officeDocument/2006/relationships/slide" Target="/ppt/slides/slide11.xml" Id="Rebbb2b8be9cd4ecd" /><Relationship Type="http://schemas.openxmlformats.org/officeDocument/2006/relationships/slide" Target="/ppt/slides/slide12.xml" Id="R426a52aeb3c44615" /><Relationship Type="http://schemas.openxmlformats.org/officeDocument/2006/relationships/slide" Target="/ppt/slides/slide13.xml" Id="Rb2253cb26566419c" /><Relationship Type="http://schemas.openxmlformats.org/officeDocument/2006/relationships/slide" Target="/ppt/slides/slide14.xml" Id="R7c73e0810e5c4632" /><Relationship Type="http://schemas.openxmlformats.org/officeDocument/2006/relationships/slide" Target="/ppt/slides/slide15.xml" Id="R3ff921557ed6475c" /><Relationship Type="http://schemas.openxmlformats.org/officeDocument/2006/relationships/slide" Target="/ppt/slides/slide16.xml" Id="R5ee72bcfb1484e60" /><Relationship Type="http://schemas.openxmlformats.org/officeDocument/2006/relationships/slide" Target="/ppt/slides/slide17.xml" Id="Ra7160def53d74805" /><Relationship Type="http://schemas.openxmlformats.org/officeDocument/2006/relationships/slide" Target="/ppt/slides/slide18.xml" Id="R2b8d42a75c834cc9" /><Relationship Type="http://schemas.openxmlformats.org/officeDocument/2006/relationships/slide" Target="/ppt/slides/slide19.xml" Id="Rbc1fe7703b2145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0653328191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a7409168af4205" /><Relationship Type="http://schemas.openxmlformats.org/officeDocument/2006/relationships/notesMaster" Target="/ppt/notesMasters/notesMaster1.xml" Id="Rfa8f93f3652a41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2a91472d294848" /><Relationship Type="http://schemas.openxmlformats.org/officeDocument/2006/relationships/notesMaster" Target="/ppt/notesMasters/notesMaster1.xml" Id="Rde846e16f0c841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c2ac1971c437f" /><Relationship Type="http://schemas.openxmlformats.org/officeDocument/2006/relationships/notesMaster" Target="/ppt/notesMasters/notesMaster1.xml" Id="R678e57efe3384b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621f1a64c34d9e" /><Relationship Type="http://schemas.openxmlformats.org/officeDocument/2006/relationships/notesMaster" Target="/ppt/notesMasters/notesMaster1.xml" Id="Rd1532621273d44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21b9d70d834a13" /><Relationship Type="http://schemas.openxmlformats.org/officeDocument/2006/relationships/notesMaster" Target="/ppt/notesMasters/notesMaster1.xml" Id="Rfa3077c389d9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8930816db84322" /><Relationship Type="http://schemas.openxmlformats.org/officeDocument/2006/relationships/notesMaster" Target="/ppt/notesMasters/notesMaster1.xml" Id="R052cb2f2c47645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7888878c9f4ebd" /><Relationship Type="http://schemas.openxmlformats.org/officeDocument/2006/relationships/notesMaster" Target="/ppt/notesMasters/notesMaster1.xml" Id="R3f07b606f84445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94823ba2554a90" /><Relationship Type="http://schemas.openxmlformats.org/officeDocument/2006/relationships/notesMaster" Target="/ppt/notesMasters/notesMaster1.xml" Id="Rcb95c46f8f9244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a87300db2e41ac" /><Relationship Type="http://schemas.openxmlformats.org/officeDocument/2006/relationships/notesMaster" Target="/ppt/notesMasters/notesMaster1.xml" Id="Rfcc52719f1a241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177ac985924189" /><Relationship Type="http://schemas.openxmlformats.org/officeDocument/2006/relationships/notesMaster" Target="/ppt/notesMasters/notesMaster1.xml" Id="R16ca28c9b0a545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0c2b358897414a" /><Relationship Type="http://schemas.openxmlformats.org/officeDocument/2006/relationships/notesMaster" Target="/ppt/notesMasters/notesMaster1.xml" Id="R6f124662295e4e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6ca05c88fc480e" /><Relationship Type="http://schemas.openxmlformats.org/officeDocument/2006/relationships/notesMaster" Target="/ppt/notesMasters/notesMaster1.xml" Id="R50d604b72c9f4c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631a276e8b4539" /><Relationship Type="http://schemas.openxmlformats.org/officeDocument/2006/relationships/notesMaster" Target="/ppt/notesMasters/notesMaster1.xml" Id="R39c274e17ae141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3f66f4ad764705" /><Relationship Type="http://schemas.openxmlformats.org/officeDocument/2006/relationships/notesMaster" Target="/ppt/notesMasters/notesMaster1.xml" Id="R3458d1cd731946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6892150c0c4514" /><Relationship Type="http://schemas.openxmlformats.org/officeDocument/2006/relationships/notesMaster" Target="/ppt/notesMasters/notesMaster1.xml" Id="Rf70c61ebb3ce47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fe0941fdf14345" /><Relationship Type="http://schemas.openxmlformats.org/officeDocument/2006/relationships/notesMaster" Target="/ppt/notesMasters/notesMaster1.xml" Id="Rabf0242669a648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782c1cfcac4679" /><Relationship Type="http://schemas.openxmlformats.org/officeDocument/2006/relationships/notesMaster" Target="/ppt/notesMasters/notesMaster1.xml" Id="Rcf5cec4231e748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466a047e9b46d4" /><Relationship Type="http://schemas.openxmlformats.org/officeDocument/2006/relationships/notesMaster" Target="/ppt/notesMasters/notesMaster1.xml" Id="R80beb917df2148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de7e7e9d1f4879" /><Relationship Type="http://schemas.openxmlformats.org/officeDocument/2006/relationships/notesMaster" Target="/ppt/notesMasters/notesMaster1.xml" Id="R07b5a79e8303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title, platform, site, and one-sentence goal: transforming a real lawn into a performative MR support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four-stage interaction loop clearly before moving into research and ideation.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your real research evidence here: site photos, map, and brief observation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with your own lawn photos, field notes, and annotated campus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research was not descriptive only; it directly shaped the prototype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with your own lawn photos, field notes, and annotated campus map.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actual cards you used and briefly explain why those cards mattered.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with your own MR creative card photos and iteration sketches.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pivot as a design decision informed by testing and HCI reasoning, not as a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with your own MR creative card photos and iteration sketches.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now a staged MR performance space rather than a scanning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visually explain how the user learns the system step by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actual implementation choices without overloading the slide with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this state machine improved clarity in both development and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prototype is working in Quest 3 and not only described theoretically.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line up with the actual demo segment in your video recording.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invent participant numbers. Replace the placeholder with your real test information before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with your own participant count, test protocol, quotes, and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this with your own quotes or observations if you collected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with your own participant count, test protocol, quotes, and screenshots.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screenshots from both versions if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  <a:p xmlns:a="http://schemas.openxmlformats.org/drawingml/2006/main">
            <a:r>
              <a:t>- Replace with your own participant count, test protocol, quotes, and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theory slide. Link each concept to an actual design choice you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showing deeper critical reflection beyond visual polish.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  <a:p xmlns:a="http://schemas.openxmlformats.org/drawingml/2006/main">
            <a:r>
              <a:t>- Replace with your own participant count, test protocol, quotes, and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honest about what still needs improvement. This strengthens the reflection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  <a:p xmlns:a="http://schemas.openxmlformats.org/drawingml/2006/main">
            <a:r>
              <a:t>- Replace with your own participant count, test protocol, quotes, and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project covers research, ideation, prototyping, testing, and HCI reflection as one coherent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A-Frame/WebXR prototype implemented in CW-A/index.html.</a:t>
            </a:r>
          </a:p>
          <a:p xmlns:a="http://schemas.openxmlformats.org/drawingml/2006/main">
            <a:r>
              <a:t>- Replace with your own lawn photos, field notes, and annotated campus map.</a:t>
            </a:r>
          </a:p>
          <a:p xmlns:a="http://schemas.openxmlformats.org/drawingml/2006/main">
            <a:r>
              <a:t>- Replace with your own participant count, test protocol, quotes, and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764f949d04d5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CDEFB81-754E-4A20-B047-9713DE22075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113E37-32CD-4875-ABF5-EC4E8B96EDC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DDC8EC-B0BE-4FB7-8D6E-ED73BDC077E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91A5F1-D03D-497E-B6B4-E1FE8CDEE8D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efec9154a64669" /><Relationship Type="http://schemas.openxmlformats.org/officeDocument/2006/relationships/slideLayout" Target="/ppt/slideLayouts/slideLayout2.xml" Id="R970d8f4b719f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9077B4-AC9D-46EA-BA22-0323890F567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d8f4b719f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f5e1f5e6c44e4d" /><Relationship Type="http://schemas.openxmlformats.org/officeDocument/2006/relationships/image" Target="/ppt/media/image.png" Id="R9a08e7d7e74444a9" /><Relationship Type="http://schemas.openxmlformats.org/officeDocument/2006/relationships/notesSlide" Target="/ppt/notesSlides/notesSlide1.xml" Id="Rf0b6e199c5a0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88544ebe44383" /><Relationship Type="http://schemas.openxmlformats.org/officeDocument/2006/relationships/image" Target="/ppt/media/image2.png" Id="Ree04fa0d3dad4d0e" /><Relationship Type="http://schemas.openxmlformats.org/officeDocument/2006/relationships/notesSlide" Target="/ppt/notesSlides/notesSlide2.xml" Id="R9d304f86055348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33e72e7874837" /><Relationship Type="http://schemas.openxmlformats.org/officeDocument/2006/relationships/image" Target="/ppt/media/image3.png" Id="R14851b9ce190403f" /><Relationship Type="http://schemas.openxmlformats.org/officeDocument/2006/relationships/notesSlide" Target="/ppt/notesSlides/notesSlide3.xml" Id="Recc13e72821c47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e44fcb56434c98" /><Relationship Type="http://schemas.openxmlformats.org/officeDocument/2006/relationships/image" Target="/ppt/media/image4.png" Id="R0bf322bb84e6474d" /><Relationship Type="http://schemas.openxmlformats.org/officeDocument/2006/relationships/notesSlide" Target="/ppt/notesSlides/notesSlide4.xml" Id="Rc0998a6f6b6e4d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dfd2fbbe74393" /><Relationship Type="http://schemas.openxmlformats.org/officeDocument/2006/relationships/image" Target="/ppt/media/image5.png" Id="R834e8ee213e34e3f" /><Relationship Type="http://schemas.openxmlformats.org/officeDocument/2006/relationships/notesSlide" Target="/ppt/notesSlides/notesSlide5.xml" Id="R4f72bf91e5cf4f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fc28abe39840fd" /><Relationship Type="http://schemas.openxmlformats.org/officeDocument/2006/relationships/image" Target="/ppt/media/image6.png" Id="R5b72acd067cd49f7" /><Relationship Type="http://schemas.openxmlformats.org/officeDocument/2006/relationships/notesSlide" Target="/ppt/notesSlides/notesSlide6.xml" Id="Rceae3d82a4b444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4f3884f454691" /><Relationship Type="http://schemas.openxmlformats.org/officeDocument/2006/relationships/image" Target="/ppt/media/image7.png" Id="R30c3e3298e0f46fb" /><Relationship Type="http://schemas.openxmlformats.org/officeDocument/2006/relationships/notesSlide" Target="/ppt/notesSlides/notesSlide7.xml" Id="R05e41f75b5944d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b144580ac42b2" /><Relationship Type="http://schemas.openxmlformats.org/officeDocument/2006/relationships/image" Target="/ppt/media/image8.png" Id="R2f4ebb9797114415" /><Relationship Type="http://schemas.openxmlformats.org/officeDocument/2006/relationships/notesSlide" Target="/ppt/notesSlides/notesSlide8.xml" Id="R01ecfc087a4b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50dabbc604f2e" /><Relationship Type="http://schemas.openxmlformats.org/officeDocument/2006/relationships/image" Target="/ppt/media/image9.png" Id="R1cd00edbb9fa4d53" /><Relationship Type="http://schemas.openxmlformats.org/officeDocument/2006/relationships/notesSlide" Target="/ppt/notesSlides/notesSlide9.xml" Id="Rdfb7e0cb4928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428bd2d0774f48" /><Relationship Type="http://schemas.openxmlformats.org/officeDocument/2006/relationships/image" Target="/ppt/media/image10.png" Id="R55c65e56a82c4e70" /><Relationship Type="http://schemas.openxmlformats.org/officeDocument/2006/relationships/notesSlide" Target="/ppt/notesSlides/notesSlide10.xml" Id="R8ac8d9705acb4d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bc8c1a45b4175" /><Relationship Type="http://schemas.openxmlformats.org/officeDocument/2006/relationships/image" Target="/ppt/media/image11.png" Id="Rc3a1cdeeb1874490" /><Relationship Type="http://schemas.openxmlformats.org/officeDocument/2006/relationships/notesSlide" Target="/ppt/notesSlides/notesSlide11.xml" Id="R8ee75637e48547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962a642424deb" /><Relationship Type="http://schemas.openxmlformats.org/officeDocument/2006/relationships/image" Target="/ppt/media/image12.png" Id="Re41a9e1089994bfe" /><Relationship Type="http://schemas.openxmlformats.org/officeDocument/2006/relationships/notesSlide" Target="/ppt/notesSlides/notesSlide12.xml" Id="R3806e17efcd649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42092b9e74ae5" /><Relationship Type="http://schemas.openxmlformats.org/officeDocument/2006/relationships/image" Target="/ppt/media/image13.png" Id="R8344f45b5d2e4f21" /><Relationship Type="http://schemas.openxmlformats.org/officeDocument/2006/relationships/notesSlide" Target="/ppt/notesSlides/notesSlide13.xml" Id="R2c3f0a5b42704f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414f5382b4f6a" /><Relationship Type="http://schemas.openxmlformats.org/officeDocument/2006/relationships/image" Target="/ppt/media/image14.png" Id="Rbc72d6c489f14f83" /><Relationship Type="http://schemas.openxmlformats.org/officeDocument/2006/relationships/notesSlide" Target="/ppt/notesSlides/notesSlide14.xml" Id="Rd30c723c505541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b09715ce344d27" /><Relationship Type="http://schemas.openxmlformats.org/officeDocument/2006/relationships/image" Target="/ppt/media/image15.png" Id="R53a671affb564395" /><Relationship Type="http://schemas.openxmlformats.org/officeDocument/2006/relationships/notesSlide" Target="/ppt/notesSlides/notesSlide15.xml" Id="Re50b0f91ed1948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f46b8121ca420b" /><Relationship Type="http://schemas.openxmlformats.org/officeDocument/2006/relationships/image" Target="/ppt/media/image16.png" Id="Rea32016e036842f2" /><Relationship Type="http://schemas.openxmlformats.org/officeDocument/2006/relationships/notesSlide" Target="/ppt/notesSlides/notesSlide16.xml" Id="Rb6f639394f1741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30c27fbd594d65" /><Relationship Type="http://schemas.openxmlformats.org/officeDocument/2006/relationships/image" Target="/ppt/media/image17.png" Id="Rba7cf99c744543ee" /><Relationship Type="http://schemas.openxmlformats.org/officeDocument/2006/relationships/notesSlide" Target="/ppt/notesSlides/notesSlide17.xml" Id="Rdbd9438ed5434a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d647f072934ded" /><Relationship Type="http://schemas.openxmlformats.org/officeDocument/2006/relationships/image" Target="/ppt/media/image18.png" Id="R0f9a93b1f6d048dd" /><Relationship Type="http://schemas.openxmlformats.org/officeDocument/2006/relationships/notesSlide" Target="/ppt/notesSlides/notesSlide18.xml" Id="Rb0c7bd9872f341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8a8b67628f419f" /><Relationship Type="http://schemas.openxmlformats.org/officeDocument/2006/relationships/image" Target="/ppt/media/image19.png" Id="R1b630f85fd57432d" /><Relationship Type="http://schemas.openxmlformats.org/officeDocument/2006/relationships/notesSlide" Target="/ppt/notesSlides/notesSlide19.xml" Id="R6bf1d7fe3f2c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8e7d7e74444a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E9033-F9E0-406F-9242-18E112E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F989E-A1DD-4634-893F-2BDF5239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8CEA6-2951-44BA-AB23-E94EE4B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CW4145 FINAL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AFA31-446A-4240-8A1E-602FBDB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Champagne Green MR Idol Support 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E3F87-EBDB-4296-9E3D-74CF552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world-locked mixed reality performance designed for the UNNC campus lawn.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86B2D-1AA6-40E2-9A61-E4FFC2FC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24988-2E07-4924-B2B0-5F70D5C2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From campus lawn to spatial fan-support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31C78-093A-4678-9783-34402FD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20564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4fa0d3dad4d0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2D4C2-30E5-417A-9E10-BA57658E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151DF-09AE-45FC-A5A6-E04A7554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01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03874-E3CC-4F64-9097-60BA6BD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6504-B897-4156-90B0-3E1BC58A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5A7D-D75D-4B85-A43E-9A2E63EA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47141-34EB-49F9-9DB0-95D0B02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Design Goal And Experience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6CACC-F07E-4D6C-B0E0-BE46E932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project is designed as a performative interaction rather than a passive media viewer.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32EBF-78DF-4412-B7C5-2A071C14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70791-6072-4165-A740-97DF350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D66C6-B65C-4898-9D2F-2E38C56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706C8-FE44-4FC9-8009-0C82735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3008A-43B7-4B3D-8C8C-BAA08FE6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7A52D-2EA5-4B13-A0C2-C47DCD96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6CC3A-6D32-4D83-90A3-4EA19CF8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Summon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40E67-2153-4E94-B672-4763206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Press Start Experience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generate a world-locked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central screen plus member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arc on the lawn.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CAF04-ACF5-40C3-9695-D540A59C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AE0C8-46E2-420A-9A33-65C6977C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36AD7-3095-44FE-AF98-A1B91CC7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B1B1D-1FCB-45AF-A609-FC05E4CB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4C717-D258-4687-BFB4-530BF7F7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EABC0-FABC-4B07-9D3C-BDAC1A28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A80B6-1FE8-42A2-9A33-19941C4E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B5DFB-2BED-4BBF-A7FA-8C75623F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Approach or pinch a member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 trigger voice playback,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visual focus,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light-stick synchronization.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2040EA-0F65-4803-A03A-2F511E34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68E6E-5CB0-4287-BF32-439A8B8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3CE8E-3A42-4826-998B-253EF945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451DD-4D80-4599-A44C-8629337E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7653E-2911-4C7C-AAA8-BE6EBB8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7C87F-4CA5-4DDD-9777-8E109AFA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DFAE0E-061A-4C98-B8D1-C1807BF0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Perform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152C3-83D1-4733-A649-EC8CD16A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Wave the hand and light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stick to generate particles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support-stage feedback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around the active member.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A0573-811C-4895-9C47-11E5C81D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53073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51b9ce190403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E5D09-B44B-4A32-BE86-4DC3AA15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90E0-63AB-4DBF-95A4-67FE3B8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C3536-D5CA-42F3-AD5B-3F73904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7E300-211C-4B67-9B89-FF23AF8B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6E990-F031-442D-8A87-D5487283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08624-1FD2-4D82-9BFC-EFCB686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Why The UNNC Lawn Was Selected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B80BD-50BE-4365-BFAF-34223BF4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site was chosen because it supports embodied movement, clear visibility, and spatial staging.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F44E1-8E51-461A-90CF-DD06FB94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7D2FA-F85A-423F-B1FF-4E2C9F4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3DC95-E888-45BD-A5C1-C0B74CA3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Open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3EAA1-7DD3-41B0-862D-2073AE7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Wide walkable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63C8F-B572-4FFF-A3B8-60CA6831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Supports safe turning, approach, and embodied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FC432-B81E-4744-B0BE-8D157BAF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59F4A-050E-44BD-80FA-C1D24984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114DD-6B6F-44CE-8CE0-BEAA25C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C1E93-B3E7-4475-B067-AEFBB9DE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Clear line of 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F099D-FFC1-4B0F-A0F0-483E588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Lets users read the stage composition without heavy clutter.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3F561-9D4E-4295-A353-1BD5C171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F90E4-10A0-4614-B397-DB7EA494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93AE5-FAE0-4D30-912D-D7305979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Specific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4A048-ADE1-4312-804C-8CEB9B3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Campus landmark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CA256-FD16-480D-9DB3-33026DF3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Strengthens the project as a site-specific MR installation.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21BBC-F387-46A4-B0ED-62CF5297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979848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322bb84e6474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5DBE2-59CD-4B76-B31A-FE9A1115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E9C6-C2EA-418D-9FC0-40C6911F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619C-CC85-4091-ADB4-7AC65597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31C9A-3C91-467E-A77D-5B707497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313D0-3A1E-4DA2-ACFE-09118EC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1B618-7B79-4992-83EA-7513F9B5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Research Findings To Design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427C5-EBC8-4582-A5A6-B2292593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Each field observation directly informed a layout or interaction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AC25-83AF-4375-A357-B5CFAF5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E6B9D-0EF3-4366-A166-A7540CF1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9E58B-1D89-45F2-8991-0C75FB55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129C6-2EDE-4FE8-8698-50D62DCD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5E074-B0C7-46E1-8A79-5269439D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7FA09-5767-4377-94C1-5DBCE219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86B4F-5382-405D-AEA9-E0277386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Open lawn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26EE1-D0D5-42E8-B3A0-02FEC5BB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 a world-locked stage so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users must physically walk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through the site instead of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standing still.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3CA81-45A8-4014-BF7F-5748B14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CFCB6-404C-409A-A30E-7BFE41B9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E3B5F-9002-49D9-97D8-94FFA40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63206-5639-4786-93A8-42F8E8AD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C4177-8EE5-4DDE-9CFD-FD5CB16C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47D60-D427-4CFC-92DD-3A5F1925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2C801-4D79-4F4F-A96F-BB92987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Wide field of 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3D433-3D1B-480D-9D9E-67050B5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Arrange members in a curved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layout to reduce excessive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head turning and keep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targets ergonomic.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9B5B0-5FF1-4C46-9BB9-06C2E220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B2E10-1DB7-4EAD-89B4-8C8F669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30231-0207-4E2A-AFAB-28D3FEE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51271-674E-4126-A00E-CEB9588B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C49E5-1900-4A6B-A63E-926DB54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2AE3A-2E01-43A5-8091-FD3BB652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A4701-593D-4BFC-A8A5-B1803C53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Outdoor uncertainty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86B407-B6B5-4E46-AF93-60EB4EA3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 strong visual state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changes and proximity as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fallback when hand input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becomes unreliable.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30CBE-41D9-41E9-AF02-054F423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06723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e8ee213e34e3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C0E26-D823-4567-98E5-89283EFB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25EAC-E124-4B3B-92FC-ED5D1C0C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IDEATION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7774D-489A-4975-8AFE-ECA5E80E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7BEBC-1FF0-47E4-A5CC-327833C9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0CE10-1DA6-482A-A125-210264A2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62EF5-2AEC-4721-8D66-2DB32922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Ideation With Mixed Reality Creative Cards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90E89-B32E-42F9-A369-762F0A98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Creative cards were used to structure the concept around site, trigger, performance, and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01C03-CD61-435B-993F-64E0E8BF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4D8BE-4FC1-4C54-8F96-E5397A14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DDFB0-8B6F-43B5-A8C0-30857B0C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539E0-5D99-465A-B608-F902E4C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2DFE1-2953-4484-BD85-4B0A3DF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B0A87-E651-4696-BD86-8FBB4E42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E8BF1-B480-4C99-9BB9-EAE56A65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44837-C552-4EEE-84B1-AB55E6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 focused on cards that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encouraged site-specific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staging instead of floating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interface panels.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A6687-A1EF-43F2-B4E0-C9F34B7C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09F4D-534B-429C-9EA0-FAA9A11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2FF2A-577D-48BA-BD1B-5D3E364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E2805-E48B-4CBF-905C-E8D5577F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1B39C-DD48-4ABC-9328-16CF8C1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7FD8F-3866-44AF-9D72-96FAFAD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BE3B3-D9B0-44AF-8644-FB14D358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D3862-B9CC-4967-BE7F-275CE95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 explored scanning,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proximity, and gesture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options before choosing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more stable hybrid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interaction.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B74FA-C4CE-4B3D-982C-9B7630A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DDD4E-437C-40A3-B3FC-8B94B59F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01427-30FC-4E42-87D1-8C71A52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7C276-4D68-407F-8F64-AF486E4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744F5F-BD0C-4B43-A7DD-2E0154D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4D695-479C-419F-942B-7B3299D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85241-EBB1-44B1-BBF7-558FB74C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Performance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201D0-6406-45B7-8230-02A23B58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 intentionally pushed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concept toward embodied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support behavior, not just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media consumption.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D8ADFA-55B5-4D15-A866-625AE456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794889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2acd067cd49f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8562C-67BB-4D90-879A-30ACBCF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1269E-2F9C-40AF-9095-E0978EAC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IDEATION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8E68D-7656-4E57-B2C3-076F0B31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F454B-DA3C-4EDD-901C-2070DF81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AB4FD-F8B6-425A-A0A2-F1235761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A70F4-170D-4910-8659-4AB0004A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Concept Iteration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DB4E4-714B-4435-B67C-C83AAB23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design evolved from recognition-heavy triggering to a more robust spatial performance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33ED3-EDBC-4C48-BA70-8042F8B2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6FC89-8ECA-4259-B8B6-9B352DB4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3CDD7-6A3F-48F6-A3EA-45F51F5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22D24-CB38-4FF4-B57C-F21532FB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Image-triggered media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7648E-6D41-4EAE-91BE-789CA2E3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Interesting concept but unstable in Quest Browser.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77D86-83A8-424D-8611-C0DFE4EA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6A77B-3F67-4AA3-85B5-2CE24456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007C4-BC92-4D02-9F1B-B3E9FFE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EEF8D-DE12-4F3B-ADCE-165BFBE2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Cards plus gestures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733F7-C2D1-4949-B6EA-7F1FF4FA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Stronger interaction, but still too dependent on recognition accuracy.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31664-A8EE-4A11-92A5-512D91F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C3D60-E13D-4D6E-BB68-8F677BD3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66D6C-078A-42B3-A993-111F6A7A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V3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8775C-8EF6-4D8D-99FC-557F3BEB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World-locked stage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592E2-ABFF-42DB-BDD3-3D824190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Most coherent balance of stability, clarity, and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9A65A-AAA4-4060-B620-9EA65CA2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31772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3e3298e0f46f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CD737-D3FC-4D0C-B4B1-B35E80C9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5771B-98C9-47F6-B298-E055C77C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FINAL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E734A-8E8B-47E2-962C-4851663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08398-8079-456B-8457-2CB904F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29C7E-051B-41AA-983C-C533029E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73491-89B0-4597-9F7E-BAFA5FE5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Final Experience Composition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2B774-B8AA-47C3-AF63-A6B44A0F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final system combines a silent MV altar, member arc, floating portrait, BGM, and a reactive light stick.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163C9-1EDE-49F4-BBFD-3112C20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E9807-0067-4529-AA6E-F5723C30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549AD-EFC1-4735-A3EF-0F4AB79C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21B7C-7D80-4EA1-8CAB-AEC1726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2A1E5-3E92-4728-AF1D-C0C152EA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99B29-A87D-4590-A8EB-62C9EC2C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C3D87-3A4C-4B31-BF39-B26F812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Central 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14C1B-CB9A-4321-ABE8-AECB1611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 silent looping MV provides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atmosphere without competing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with speech or spatial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EFEE3-9977-4DEE-BDB1-A989ECFF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DF5BE-A983-4A7B-AB18-66EEF282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CE81E-C081-4747-BFA7-2A49D01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CAEC8-81FD-407D-9E7A-8133C6F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C33C7-385D-4538-A23B-AC9E824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9B9B2-8389-43AD-AD81-27C9742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8BF06-85D6-49FF-B72E-A732892D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Member arc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C5329-9B96-474D-A518-FAA38A0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Curved member cards support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selection, navigation,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comparative scanning in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natural field of 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2DF1B-D7D2-407B-88EC-4D9E61A8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7E17E-9064-45FC-A8F6-B0D95F7F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9A598-DA08-4C6B-A1EF-3CA470A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6BE5A-ABCD-4AAA-AD99-B00740B0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5CF67-30F7-4E1E-96AC-9DA7410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124236-D803-4414-AA02-150F87B9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6EB0B-45FF-4A28-A831-DF7F7014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Reactive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FAC66-F7F1-4368-8988-3E4B9F26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Ground cue, spotlight,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particles, and light-stick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color changes reinforce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selection and performance.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857058-9305-46C3-8D0A-2C927AB7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20149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ebb979711441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3F14A-1AD8-40E3-A518-FFCBE619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42D9B-84FB-49C2-BCF6-E8275896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USER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D92DC-A98D-488D-AA05-D8A96EC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383A7-F94C-48C9-81E0-47A485B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6FB11-ED3D-4DF0-8EA3-2C75D6DF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84517-9552-4B14-95D2-2C46C418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Interaction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AFA96-280E-4595-A82A-CEC78DF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experience is intentionally progressive, moving from orientation to selection to 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25DEE-3BB0-46D5-9E74-562BAF4B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96CED-C6EB-4F40-B95F-5AEA4283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7B793-67F1-45EE-8A16-F6AB8940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5218B-0AAD-4A05-A6C7-4D2486F6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F4C79-70E2-400C-86B6-A76B401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443AF-DE32-4A2B-AF80-6B43BF9A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DE40B-8990-4FCF-9A38-2368752B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A2BF8-B95B-4AF0-BA1E-380ABDD2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stage appears in front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of the user and stays fixed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 the lawn space.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44EDA-745F-4527-B320-28EF4E8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77174-EC3D-4314-A4DA-8396CFBE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6FF1D-2613-4F71-98A5-A709EE9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6381F-4E8D-4CBB-B3BB-A453948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CF094-0C08-453D-8D12-63913AA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A3A99-9078-4163-851F-0DB83512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3B583-F4FF-4214-AC6A-3BC819F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833A9-580A-464E-85B4-F30E4DA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Approaching a member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triggers feed-forward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targeting through light,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motion, and labels.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7924F-3C56-41E1-8945-FA1E12ED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45B2B-13A6-4FD9-80EA-40402A03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D7C74-2F1C-4551-9050-F5332EDC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12075-E67F-402C-8F57-DDFE95A8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164F4-3381-4C69-8C1D-CB0289B6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8E212A-7F07-4BAE-B9AD-CCAD3927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546EF-F3D4-4E04-A665-E6C2ABE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8C18BB-54D5-437B-979A-3B4B2B49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Voice playback, portrait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reveal, and audio hierarchy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confirm that the chosen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member is active.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05AB4-9AC5-420E-B34B-83B617C0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35229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00edbb9fa4d5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F406C-64EA-43E6-8356-9410A375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7813B-95B7-4A20-ACCD-A98A2C86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7EA61-C314-49A9-9C5C-5CBF177B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7CF8B-4E2B-42C3-8550-49E31AAA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1CDA1-8649-4925-8D70-A8AFC738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D9F89-8162-4E21-AC87-66EF99E9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Prototype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61ED8-1A0F-494B-B25A-0678193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system was implemented in A-Frame and WebXR for Meta Quest 3 with layered media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5B5AD-E19E-47A2-A21A-9180461A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6FCD6-8A4E-4410-BBC3-BAF7F84E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12F59-5E14-4256-A6AF-2C6A9A68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A-Frame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CB024-69A5-45FA-8A5F-8B5B8EB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Scene authoring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E3355-0C3B-48A8-8B59-1465D50A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Used for entities, media surfaces, panels, particles, and world layout.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88668-3761-4083-A6B4-49FE424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23B0E-B24B-4881-BB77-22DC812E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9F1F1-0F76-42A9-95A7-0A7122AE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WebXR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181D2-4133-41EE-B54B-1A3BE095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Quest 3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76015-688F-43CE-88F0-71757CF5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Used for immersive MR presentation and hand-tracking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EB5C8-BAF8-4A8E-8CFF-AD4E10A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DF414-DFA8-46C0-B88D-1CB671E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00ED6-8920-44DF-A263-E75564D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Audio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FD50A-AF7F-46CC-B0F0-B0E3D0A6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Three-layer mix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27177-20C0-431F-B39B-AE4A67E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Silent MV, looping BGM, and ducked member voice hierarchy.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8236A-CEC9-4179-BF2E-426B7815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753508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65e56a82c4e7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E1096-352B-4EA1-A112-140813F5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6F198-0FC8-4843-8D1B-1ACA6535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26673-8FA2-4259-B11A-E228E1D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5D8D8-DB9E-4C3D-A8A2-F5A8BF8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530C3-AE9F-4663-AC62-45DC5039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D7C2B-0AF7-4AEF-A7DE-1F1921C5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Core Interaction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881C1-C298-4DC7-8D60-BE693D1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simple state model keeps the behavior readable and easier to debug.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9368A-D44C-4761-A579-E145EDD9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D08B7-E579-4B8D-8202-DA491C08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86EA0-3E24-428D-82D1-A168727C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2DF22-EC8C-4DED-B547-36A2FAC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5AE01-BBFC-457D-992F-84ACE1B3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997B0-C9BE-4760-BCE9-8DC0DB89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75F99-88BA-48A8-AB71-E8B2CCEC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5F8E2-3473-41A8-9F7F-8793F7E7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 member becomes the current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target through proximity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visual feed-forward.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D13BB-7148-45E1-8B6D-E5E1708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38446-9C86-40F7-9E4A-D1021036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7DD54-7C91-4EE7-9423-99404C3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0FB0A-F2D9-4089-82A1-CC0552F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26AE7-F828-4922-BF25-2C7968B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7739A-58D8-4DAA-B259-54B7AF99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A11DE-9901-4A6F-8F9D-BF3B5792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Selected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C7F80-1192-4F1F-A92E-DE76C554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active member receives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voice, spotlight, floating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portrait, and reactive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performance feedback.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A6F42-E7C7-47F0-BDF3-0355E380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ACBE2-E812-4758-A058-0C6F652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6A4D4-5FC8-448A-9CB0-BA172B56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8CD28-C192-409E-A817-6C8C919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5DF8D-C3C3-47EE-936B-3423DD6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FCB1E-5A56-4A3F-9A96-7ED2BF2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316A80-3B46-4F76-A751-7BDC8B9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Released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BB71-7CF4-4837-B878-FD65DB6D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Audio fades out and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light stick returns to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breathing idle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7E7F67-E9C3-4E8B-9A70-868E9F2A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74345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1cdeeb187449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E9A43-462C-4A4D-974C-4800459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546B3-BF5B-46FD-9E3F-80EF114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47EB-B721-4C54-94E9-47B9F80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97942-226B-4CE3-8B4D-57E374D5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4AD62-F79B-4558-8A7E-97739AB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FCDFA-A017-476A-B113-26C6C80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Key Features Implemented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E81E2-56E1-4D32-913E-3449272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final prototype works as a coherent mixed reality system rather than a static mockup.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6D1B1-CFBC-48A6-B2B3-C76CA59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4B11F-AD23-4CDE-93EB-D55FCDFD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64B15-FF5C-498F-B3F5-D05A7933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E5EF3-98AA-4BD3-8B7F-4A45BDC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71845-A3A5-44DA-A011-7F11C30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5A4A7-5F15-44B3-B567-BFDE4B5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51F00-A3B0-45AA-BD63-7076435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Spatial stage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B5592-354C-496B-A5A2-12D363F0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World-locked placement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creates a site-specific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altar that users must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physically approach.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D4E89-4F08-412C-9A28-1DE6133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8FCA9-7D18-46ED-BADD-8AEC301C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AC9F2-85F3-4AC1-ACD1-4D59971B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DDB67-712A-43E0-AA83-9665D39D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32465-DDF8-4B57-82F7-3AFC2235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D5C50-D1AA-43B1-8345-7EE19D0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9827D-9DC6-442A-A505-A5B6B7D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Media hierarchy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62B65-025C-458D-9E25-07A5B0B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Silent MV loop and BGM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ducking preserve speech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intelligibility during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member playback.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B42A2-3DD7-48E8-A4B6-3BC33291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5BEEA-B8F5-43C2-A2DE-90C2A435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3A7E0D-2DD8-4F5F-B941-4B241FAB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BE5D8-FCED-4C2F-BB2C-398AE8A2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C2AAC-4837-46E8-940B-92F8D409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2518E4-E93B-4D96-9388-025D9DD0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6DEF0F-2F4F-4EAA-8C0C-46784FA9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Interactive performance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BD370-D647-4D0B-832A-A80F7E0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Wave-triggered particles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light-stick syncing turn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selection into active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support behavior.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E8A66-A8DC-4DA5-91A0-94FA74D0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0329296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a9e1089994bf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CC61C-D4D2-4BDD-817C-C42AED1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E1C63-EF69-4A8D-A15C-D84217A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PROTOTYPE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BF83B-46C4-4644-9B57-43EC781E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158B6-7CC5-467B-97B8-AE57D21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36101-56CB-4041-9561-FAAE2F9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2E490-8AFD-4721-A1D1-EB9032D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Prototype Running In Quest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820E7-B668-469C-8673-B86CBF33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This section should show the system operating in real time on the headset.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B4286-0E4C-4B82-897D-C86A4F73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56359-4385-4E2D-88AF-8CA981E2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9128C-5269-4349-833F-EAEA8922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Show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F03CB-A5A6-4656-96B6-89798FC9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Stage summon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2F245-52CF-4944-81BF-F62FCCE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Central screen, curved member arc, and light stick visible at entry.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9A60B-59DC-4652-9F6E-8F2727D7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FBF19-0B9F-4D24-9623-6393BDE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BCDA-8432-471C-9718-3A31BC2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Show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E945A-1DAC-47E5-A58C-DA0F183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Member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239FC-A8B2-4589-90CC-BB67B349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Approach, targeting, lock, and floating portrait activation.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3B10F-5B4C-40B6-919F-50E0337B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859DF-FEA8-4ED1-AD3F-620BC44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7DCBE-ED91-4231-8790-FBB26070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Show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F950E-C982-469B-A29F-95991868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F6482-A9AC-4F7C-8F19-C8AFB7B0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Wave gesture, particles, audio ducking, and reactive lighting.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A8FF1-C75B-4305-852F-162BECD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739390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4f45b5d2e4f2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D1041-062A-44EF-89D2-E00BBD5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A38FC-4C8F-4438-A3AB-B757327F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9FC9D-ADFB-47DE-86F1-C9F6C25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FC370-6786-478C-A0F2-DDF9A292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C53F3-4175-4CF2-9557-986A1C5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CF276-20CE-4A4E-A9BA-3EBA8CD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Testing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FCC82-D36C-4B5F-97F1-75B573B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Testing focused on discoverability, state clarity, and the reliability of approach versus gesture selection.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4138C-5EE3-4461-A712-0F46E66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590E5-8EC5-4CC7-BB5F-BBDB663D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B7EC5-6305-4D0A-8E80-AFAF1A0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156C8-100D-4003-A042-2D4E2B93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EF6D0-55B2-4EE6-9F7B-FF0CFF9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19B1D-C2D6-4B31-ACF7-522FF06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766BE-45AF-4F00-8598-002E90D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Participants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5C878-B5D3-47FF-8E31-1B1231C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Replace with your actual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participant count and short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description.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85068-9EF3-4D54-B5A9-FAD6EC9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7CC21-5BAE-4CB2-B277-1D4214D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ED87A-F64D-495C-9553-90BCFD15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F3DEE-6E6E-496E-B1D2-429A2A0E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2624F-ED6D-4DCC-B4D3-67D9FDD9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FB08B-58F6-439F-A84E-A155FE70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DF575-F007-43F8-AEDC-3B18DF2B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Method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BF458-E6F2-4824-B385-2401C5C4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Replace with your actual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test protocol, tasks,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observation method.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F5EC7-55A0-4253-B018-609D4F3F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3532A-6358-4C0C-83AC-DBB016F3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33DC8-CE20-4DE3-8701-0A550CB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007F6-488A-4A63-B1FC-311C6A5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B1094-7428-402D-9644-95AA9819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74736-AB50-45D5-BA8F-2E0B3B9C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8E621-9291-4563-89FF-FAFD2828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Tasks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5FB56-5870-494D-989F-2F2E92F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Start the experience,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approach a member, identify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selected state,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trigger playback.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C1091-5B63-4B0F-BCFA-85BC45AF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43548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2d6c489f14f8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658F4-DCE4-4E4C-8514-CDB499E2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21CE3-B47D-41F8-8C36-0916A1B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EA187-C2FB-419D-BD55-D40D0237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5FBC0-985E-4ABA-B5CF-085A6AC3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38373-31E8-41B1-B9A3-426FFD9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8A0B6-A88E-47C3-A367-915ACD14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Testing Results And Key 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640AD-000D-40B9-829D-F057FC49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strongest findings were about selection clarity, audio intelligibility, and robustness of triggering.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77CCF-6F05-4508-AC56-B2CFC673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904FD-09E1-41E8-A4B6-3C29DFC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257E2-DFE6-41D5-B2B0-D490FB6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2A27F-DD50-4205-BFF2-79ACAE9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25B2A-22B8-44B5-9CCE-1E1FAD07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0B5EA-1E92-4D28-AC78-837BDD94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9B0B9-9C9B-48F0-8D16-B820325B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What worked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F64A1-568F-4D2E-8F63-BCACB9A8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Users understood the stage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composition and could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identify that members were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interactable.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54E5C-1218-4D73-B0CB-4F86A39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92C40-73B9-402E-B34A-6B9DCF5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79694-0FEE-413C-926C-F3B8AC07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6825B-61E1-48CE-B7C8-1FBBA68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DEA44-1292-4910-9E4B-7DCE3A75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C502C-C10F-4D05-A4E1-C06C746A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C8F69-DEAA-4841-8E30-774980DE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What was unclear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C2E7E-F351-46F8-AC7B-B225148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Users were not always sure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whether they had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successfully selected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member.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CB09E-E163-4E39-9285-1F521BCF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B722F-6A12-4136-92AC-795D6D6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AC570-131C-4092-8FE4-F77585B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DD50C-51D9-4A2F-84AA-704682F1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86189-DF61-4B64-B4A6-1C83A711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6428B-FDAD-4C9D-B118-0D5942E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7F3B5-062B-4614-920C-B35AAF0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What changed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74EDB-93BD-4CC9-B48D-8CB96A83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 increased target feedback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and made proximity a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stronger fallback to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gesture-only input.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AA0AF-91D4-4A38-AE02-50B1D342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263582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671affb56439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84EB-B734-4EC8-A0B7-D8F32BFD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6498C-F68C-42C3-A32B-EAB67668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14 ITERATION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4C677-37B2-4766-B85A-78E424B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AFB2C-A00E-45B8-882D-975E98E2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063D2-49AB-4DEF-A25B-73CF5A8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975F2-0D88-43D5-9324-F3BA0DF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Design Changes After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98315-F5E0-4C34-9BFA-CADACAD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revised version is more readable, more performative, and more stable.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97AB6-D763-41F8-83D4-28BEE1F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D9B78-F4F1-4EC8-B3F9-E6DD728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A2F5D-ED48-4A49-AACA-925382A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Before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5594D-A0A7-47C1-83B3-7F00DF2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Weaker state clarity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CAAEE-BB5F-4F3D-B610-7C03DC87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Users could see scaling, but not always understand successful selection.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A4AE2-F259-4CFE-AF83-A10B59E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6B5D3-4235-487D-99C2-A3645F4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AF174-26C8-4964-8D47-76C6CE5F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EE268-F7FA-4308-985D-A1D945CB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Clearer performance cues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A9829-A8A8-43FF-BD43-2726D44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Floating portrait, ground ring, spotlight, and text labels reinforce state.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215EB-7BF1-4BCB-8962-8BA5BA0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5219E-3D26-4CB4-9942-A5D1030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22864-090B-4F35-892E-65E5A2F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22218-CF5F-41CB-8B70-031B53EE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Better usability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C6B46-2704-4CFD-91E1-F2BC2964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Selection is easier to interpret and the final scene feels more theatrical.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331966-262A-4DA4-854B-9E6668E0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463500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2016e036842f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547CF-EDAE-4C24-8D7F-06EFA9CC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72D41-98AC-48DD-90D8-90698F3D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15 HCI REFLECTION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F16F-4487-43DA-9874-AFE6239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BB89B-D8D6-4818-BD9F-D0021DD1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2EB23-3BF6-44A3-9DC1-C3E7CE6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B1B2F-26FE-4DF2-97FD-61EEAA4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HCI Concepts Applied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3EC68-0DF5-4790-B7A9-181E77D6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prototype was shaped by spatial interaction principles rather than visual novelty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163F7-05B6-48ED-BFBB-CF192975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F7379-B0BF-4B10-AAB5-9327A0F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1C0A9-579D-47AD-8948-8988BDE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86366-6395-460D-AA87-85BD5F3F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690F5-6D11-4990-A1FA-F0A4649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6045F-293E-4B9D-AABA-95DEB01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14B03-C7F4-413C-98CA-F8DADDD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World-locked vs body-locked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1FCBF-C4AD-43E6-A296-712FD90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Keeping the stage anchored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 the lawn made the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experience site-specific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spatially meaningful.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9F8B8-4B34-41F2-848B-A5123958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6E3A9-B0B0-48D0-835C-653CE01E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39ABB-5B79-49F1-BCA3-721F92C7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71163-D937-47B8-8065-A12BBC6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8917B-609E-4E5B-BEB6-29BC808F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CBC44-61CB-437A-9881-DC5E8D6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A9BC0-3E55-4997-935A-C043FC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Feed-forward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3B491-0A7C-496A-8FCB-D7241C4D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Target glow, labels,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spotlight, and ground cues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help users understand what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will happen before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selection.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7ED75-2E6D-4618-8F2D-E3CDA2F4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24FDF-8159-45F9-8FA3-B984334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0AE26-2A78-4D4E-8EC2-58DF92E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745C5B-7D59-44B8-8B3B-1DF56313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D8A1E-ECBC-4E2A-BDCE-6225D09B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873F2-67E7-453D-B140-E7CE0B51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51DBFE-4EAE-4D98-BBCF-EE4D228E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Multi-modal interaction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EBCF0-8A33-4FAE-AD6C-925CD6A6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Walking, gesture, light,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sound, and particles work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together to produce a more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performative experience.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7F0E35-DCD1-4576-A710-7284CBF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592206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cf99c744543e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50A2F-B744-4F0B-9E5B-4F904EAB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B8B8-C0D1-4056-B5CF-35D9062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16 HCI REFLECTION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BB660-410E-4EF1-82AF-E88E9650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D992F-6892-46F5-819E-10F92BD8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F1A1F-DF79-4883-A673-B6E069DC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BBF0F-3C2B-4269-BDAC-EAE05D09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Perceptual Continuity, Audio Hierarchy, And Accessibility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A4E0F-22BE-453D-BF7B-DF84A61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major improvement came from reducing overload and giving users multiple routes to success.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F4C59-61C4-4FEE-AA52-79F73E5D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9E9A5-E6E4-4640-AC8D-EF2210F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B5F95-D0DB-4625-ACA0-B5DB1EB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327F5-269F-4B4C-88B7-33CBCB5B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D740A-287E-49B6-84D9-6DC963DE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26164-10D5-409F-BC19-F70F15B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CED08-6418-4B34-BB22-A0709C9A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Continuity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9D2F9-3FA1-4264-8EDB-707C6E1C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Silent MV, looping BGM, and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voice fade transitions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reduce abrupt mode changes.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051D2-B757-4E7A-872F-43DDE716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AA292-7D09-4363-89F2-0BB831D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36E02-410E-4D88-8EAB-142F8537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06C8F-AFF3-47F9-ABE9-964E1362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7D48A-1682-4558-9F8B-0602BAB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5E9F9-D094-4DDE-8F3B-CF4A152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DA6A9-C5B1-42FB-8B2C-75E54A3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Hierarchy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6645A-5AED-4830-98A6-DA359414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BGM is ducked during member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playback so speech remains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understandable.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3661D-6EDF-421A-8E11-D92A8809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2D63B-7C83-43E5-8027-FF51439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9519D-6D16-4F69-94DD-8DA33A8B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F1E19-DCE8-4624-8552-CDB42EC0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FE762-9D37-408C-958E-A4EE11D4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F7927-0E37-4CA5-9C60-5055D7C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74885F-EB2E-4C9F-B492-490C47E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Accessibility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2B0FB-5C84-42A2-A568-AEE9957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Users can trigger the main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experience through proximity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even when pinch is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unreliable.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1678E-E6C2-4D75-89C5-ECE3C8E8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42197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a93b1f6d048d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CDD9F-C762-4AB1-9B44-0E652152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73A18-156D-43D1-B4F1-96E8B1E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17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46E41-9A1A-4930-9EF6-9219775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1410F-768B-4411-9522-17D38561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2A789-ACD7-461D-8066-DD0CAF27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B149E-BCFC-4ED4-A90E-2B18807C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Limitations And Future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564CE-6275-45C2-9F18-92DCB78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final prototype is functional, but several areas could be improved in future iterations.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28B6C-D4BD-4DBD-BA75-C350E71F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D0287-5F9F-4CA2-A251-225FF4E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92317-9642-467E-93FE-E724AF7E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44EE2-7180-45D5-BA49-1925CA2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1B52A-F6EA-42AE-A6E0-19D44C6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89CEA-5F2E-47B9-9EE9-BF9D9A3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58730-4008-4CFD-8A36-0A1BD14A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Persistent anchor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3AADB-6A12-4B95-9460-EF9C6E8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The stage is convincingly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world-locked, but not yet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saved to a precise campus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landmark across sessions.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C9E44-30D9-4130-8681-DCB4CD3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83B01-11A1-48F9-8A1D-B4CE8AF0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1FFE9-4202-41AE-917E-F54BEF04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E6EC9-27FB-4E2D-B410-4FF79030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8779C-1A26-4EB7-8351-C644990E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B9510-486D-4269-AC1B-B5FE634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157DC-A92C-4F2D-89FC-67655EC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Tracking robustness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AC416-6DD0-43D3-B0DA-91315F4C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Hand tracking outdoors can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still vary depending on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lighting and body position.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34AFE-C228-459C-B4C5-8DCDADA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7510D-C811-4882-8B5D-211D4258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D9C3C-0550-474B-9B09-8FCA0B7F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53BDC-3C8D-4A97-A3DB-AA374FF1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916DB-7C4B-4EA7-BD62-2CB5C0E2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2894C7-4A71-4B1C-8C07-110DD19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094CD-22F1-4C72-95BB-3C6FAFD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Scale and accessibility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A7EAD-4D23-4862-972A-650BAB30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672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Future work could add more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members, more accessible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input modes, and richer user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testing 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CF588-BB38-4DAC-A943-46675B32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7323033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4F111F-0CFE-45D4-9AC7-17091DFAA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30f85fd57432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616CB-3422-4F0E-AD6F-73A3E0F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A3FF5-A67A-4B9E-A4F6-A5153347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18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E54BA-AE69-4DEE-9137-0E1DD112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586BC-0457-426D-B685-6A39220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A0D89-E28D-4CC2-BE92-DE38E5A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3F901-68DC-4C47-AA6A-FFDAD051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156DC-6C16-4053-917A-E418543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This project demonstrates how mixed reality can turn a real campus lawn into a spatial performance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C415D-0AD0-4AE8-923D-9303575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97EED-2BCB-47E1-95BC-8D0A9B9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6FFF7-D05F-4AEA-BFA4-DD1C968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748AA-9800-422B-B488-B9510474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Site-specific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86A67-F06D-4617-9A64-8F26072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Real campus context directly guided the design choices.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BC9-6695-41AE-B160-AC424F2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5840B-8CAB-4821-9938-B3629C7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4B4F3-9152-4641-A727-E3641022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C97E0-FD7D-498C-B3BC-3786E70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Working MR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5DE6B-700B-4F41-9982-D0AAD4B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The final build integrates stage, sound, gesture, and performative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A3D60-55DA-48A2-AEE4-0F2D08C6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D088F-F776-4B7A-A6AE-4CC9BA6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DC80E-DC48-4B7E-9EE3-651532C8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Reflection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8F54F-11A7-4868-81F6-AB24627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HCI-led iteration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9B7F4-C43F-473B-9AC8-9B9F617D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The strongest outcome came from choosing clarity and robustness over fragile novelty.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05B8C-6D35-4EF7-8241-EE57B6E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16536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2026-04-25T08:19:12.9540000Z</dcterms:created>
  <dcterms:modified xsi:type="dcterms:W3CDTF">2026-04-25T08:19:12.9540000Z</dcterms:modified>
</coreProperties>
</file>